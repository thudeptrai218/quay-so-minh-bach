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603" y="-235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69"/>
            <a:ext cx="683266" cy="215444"/>
            <a:chOff x="6071533" y="2181215"/>
            <a:chExt cx="683266" cy="21799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5"/>
              <a:ext cx="649209" cy="217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907493"/>
              </p:ext>
            </p:extLst>
          </p:nvPr>
        </p:nvGraphicFramePr>
        <p:xfrm>
          <a:off x="71979" y="2356347"/>
          <a:ext cx="3890421" cy="3538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2234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6752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Vấn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truyền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Phần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lớn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bốc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thăm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hoạt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tập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khiến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chơi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phải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phụ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thuộc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đơn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tổ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chức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Điều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này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dẫn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đến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thiếu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bạch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dùng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chứng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dễ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đổi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hoặc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mất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nếu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máy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chủ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gặp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Giải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pháp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ứng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dụng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Với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đặc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lưu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phân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tán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liệu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trên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rất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chỉnh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sửa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hay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mạo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được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nhận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Mọi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dịch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đều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giúp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tạo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bạch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thể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chứng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lập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hóa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bằng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đồng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(Smart Contract):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Smart Contract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phép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lập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sẵn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tắc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thực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đủ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điều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Nhờ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khâu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như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vé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quản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lý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vòng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định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thắng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thưởng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diễn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động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loại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bỏ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sự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thiệp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người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Mục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tiêu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án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Đề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tài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"Quay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Minh Bạch"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nhằm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xây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giữa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web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thân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dễ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sử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dụng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kiến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trúc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đại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sẵn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sàng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tích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với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trường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thực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tế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Phạm vi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hiện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tại</a:t>
                      </a:r>
                      <a:r>
                        <a:rPr lang="en-US" sz="7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Hệ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thống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đang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cấp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diện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web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mô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phỏng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quá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dùng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cơ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chế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bảo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mật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trên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duyệt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lưu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cục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bộ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 Song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đó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một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đồng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thông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viết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bằng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ngôn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ngữ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Solidity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đã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được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xây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dựng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hoàn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chỉnh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các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nghiệp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vụ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cốt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lõi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chuẩn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bị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việc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đưa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7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lên</a:t>
                      </a:r>
                      <a:r>
                        <a:rPr lang="en-US" sz="7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Blockchain.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  <a:tr h="116752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vi-VN" sz="8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72367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-1" y="-39866"/>
            <a:ext cx="6858001" cy="2289646"/>
            <a:chOff x="-1" y="-40063"/>
            <a:chExt cx="6858001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-1" y="1082578"/>
              <a:ext cx="6858001" cy="1167005"/>
              <a:chOff x="-1" y="1082578"/>
              <a:chExt cx="6858001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" y="1082578"/>
                <a:ext cx="6857999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Quay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số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minh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bạch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ứng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dụng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công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</a:t>
                </a:r>
                <a:r>
                  <a:rPr lang="en-US" sz="1200" b="1" dirty="0" err="1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nghệ</a:t>
                </a:r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 Blockchain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Đoàn Tuấn Nam CNTT 16-01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944323"/>
              </p:ext>
            </p:extLst>
          </p:nvPr>
        </p:nvGraphicFramePr>
        <p:xfrm>
          <a:off x="71978" y="5013961"/>
          <a:ext cx="3890421" cy="4893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25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464953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175903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Hướng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phát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tương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Tích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hợp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Web3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Bảo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mật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quay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endParaRPr lang="en-US" sz="13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Kiểm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thử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</a:t>
                      </a:r>
                      <a:endParaRPr lang="en-US" sz="13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Hình ảnh 2" descr="Ảnh có chứa mẫu, hình vuông, điểm ảnh, thiết kế&#10;&#10;Nội dung do AI tạo ra có thể không chính xác.">
            <a:extLst>
              <a:ext uri="{FF2B5EF4-FFF2-40B4-BE49-F238E27FC236}">
                <a16:creationId xmlns:a16="http://schemas.microsoft.com/office/drawing/2014/main" id="{92AA8123-F045-242D-EE24-A240AF19FB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70" y="6916409"/>
            <a:ext cx="646309" cy="64630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E29DAA3-B76A-8EA6-FAD2-537CC6D770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2116" y="1247720"/>
            <a:ext cx="738060" cy="738060"/>
          </a:xfrm>
          <a:prstGeom prst="rect">
            <a:avLst/>
          </a:prstGeom>
        </p:spPr>
      </p:pic>
      <p:sp>
        <p:nvSpPr>
          <p:cNvPr id="2" name="AutoShape 2" descr="Image of ">
            <a:extLst>
              <a:ext uri="{FF2B5EF4-FFF2-40B4-BE49-F238E27FC236}">
                <a16:creationId xmlns:a16="http://schemas.microsoft.com/office/drawing/2014/main" id="{078DD7E1-7200-9D55-6885-0EDE1FA0B4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Hình ảnh 18">
            <a:extLst>
              <a:ext uri="{FF2B5EF4-FFF2-40B4-BE49-F238E27FC236}">
                <a16:creationId xmlns:a16="http://schemas.microsoft.com/office/drawing/2014/main" id="{E5A8FF8F-FD2A-A5A6-7B2E-4FD6FD981F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6387" y="3276721"/>
            <a:ext cx="374136" cy="466006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B8802191-7073-6E5A-8E0D-EF10E31BFC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1161" y="3219420"/>
            <a:ext cx="563784" cy="571614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11572CC4-70DF-B018-41D2-99BD912F1A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2738" y="3276721"/>
            <a:ext cx="560340" cy="571614"/>
          </a:xfrm>
          <a:prstGeom prst="rect">
            <a:avLst/>
          </a:prstGeom>
        </p:spPr>
      </p:pic>
      <p:pic>
        <p:nvPicPr>
          <p:cNvPr id="32" name="Hình ảnh 31">
            <a:extLst>
              <a:ext uri="{FF2B5EF4-FFF2-40B4-BE49-F238E27FC236}">
                <a16:creationId xmlns:a16="http://schemas.microsoft.com/office/drawing/2014/main" id="{9087D9D3-C375-05E1-8AC5-0508AD69C36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99364" y="3883281"/>
            <a:ext cx="1347377" cy="714785"/>
          </a:xfrm>
          <a:prstGeom prst="rect">
            <a:avLst/>
          </a:prstGeom>
        </p:spPr>
      </p:pic>
      <p:pic>
        <p:nvPicPr>
          <p:cNvPr id="35" name="Hình ảnh 34">
            <a:extLst>
              <a:ext uri="{FF2B5EF4-FFF2-40B4-BE49-F238E27FC236}">
                <a16:creationId xmlns:a16="http://schemas.microsoft.com/office/drawing/2014/main" id="{403017BC-7E07-15FD-A246-492B8F18EB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9960" y="2651407"/>
            <a:ext cx="658438" cy="658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4A3A1D-1B20-BC98-06DB-B0C407C39C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73" y="5266890"/>
            <a:ext cx="3871462" cy="19417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95E511-1C1F-5771-887A-0059F91C17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30" y="7238401"/>
            <a:ext cx="3864305" cy="194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1134</TotalTime>
  <Words>402</Words>
  <Application>Microsoft Office PowerPoint</Application>
  <PresentationFormat>A4 Paper (210x297 mm)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1671020271 Đỗ Hoàng Quý</cp:lastModifiedBy>
  <cp:revision>111</cp:revision>
  <dcterms:created xsi:type="dcterms:W3CDTF">2023-07-02T07:57:15Z</dcterms:created>
  <dcterms:modified xsi:type="dcterms:W3CDTF">2026-06-04T07:34:31Z</dcterms:modified>
</cp:coreProperties>
</file>